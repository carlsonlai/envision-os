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sessions/sharp-gallant-dijkstra/mnt/outputs/brand/envicion_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280160"/>
            <a:ext cx="4572000" cy="1280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286000" y="2743200"/>
            <a:ext cx="457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2926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AGENCY CREDENTIALS &amp; MARKETING PROPOSAL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84C"/>
                </a:solidFill>
              </a:rPr>
              <a:t>Property Marketing  ·  3D Rendering  ·  Branding  ·  Social Media Management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2026  |  Petaling Jaya, Malaysia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envicionstudio.com.my  |  envicionstudiosdnbhd@gmail.com  |  Petaling Jaya, Malaysia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sessions/sharp-gallant-dijkstra/mnt/outputs/brand/envicion_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201168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FFFFFF"/>
                </a:solidFill>
              </a:rPr>
              <a:t>WHO WE ARE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325880"/>
            <a:ext cx="13716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4630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CCCCC"/>
                </a:solidFill>
              </a:rPr>
              <a:t>Envicion Studio Sdn Bhd is a full-service marketing agency based in Petaling Jaya, Malaysia — founded in 2014 and built specifically to serve the property development industry.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188720"/>
            <a:ext cx="1417320" cy="1143000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0" y="12801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10+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852160" y="17830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Years Experience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452360" y="1188720"/>
            <a:ext cx="1417320" cy="1143000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52360" y="128016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100+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52360" y="17830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Clients Served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52160" y="2514600"/>
            <a:ext cx="1417320" cy="1143000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2606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52160" y="3108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Major Awards Won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452360" y="2514600"/>
            <a:ext cx="1417320" cy="1143000"/>
          </a:xfrm>
          <a:prstGeom prst="rect">
            <a:avLst/>
          </a:prstGeom>
          <a:solidFill>
            <a:srgbClr val="2D2D2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52360" y="26060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5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52360" y="31089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Services Under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One Roof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432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Awards &amp; Recognition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" y="2926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SME100 Award — Malaysia's Fast Moving Companies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APAC Insider Business Award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Ad World Master Award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envicionstudio.com.my  |  envicionstudiosdnbhd@gmail.com  |  Petaling Jaya, Malaysia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sessions/sharp-gallant-dijkstra/mnt/outputs/brand/envicion_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201168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FFFFFF"/>
                </a:solidFill>
              </a:rPr>
              <a:t>OUR SERVICES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325880"/>
            <a:ext cx="13716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508760"/>
            <a:ext cx="4206240" cy="1234440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508760"/>
            <a:ext cx="64008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554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Property Marketing Agency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End-to-end campaigns for property developers — from concept to launch, digital ads, on-ground activation and media planning.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754880" y="1508760"/>
            <a:ext cx="4206240" cy="1234440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508760"/>
            <a:ext cx="64008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554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9204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3D Rendering &amp; Visualisation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9204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Photorealistic exterior, interior and walkthrough animations for property projects and architectural firms.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74320" y="2926080"/>
            <a:ext cx="4206240" cy="1234440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2926080"/>
            <a:ext cx="64008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9718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Branding &amp; Rebranding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Complete brand identity systems — logo, guidelines, visual language, corporate stationery and property project branding.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754880" y="2926080"/>
            <a:ext cx="4206240" cy="1234440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2926080"/>
            <a:ext cx="64008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29718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Social Media Management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92040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Instagram, Facebook, TikTok, LinkedIn &amp; RedNote — strategy, content creation, community management and paid ads.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514600" y="4343400"/>
            <a:ext cx="4114800" cy="1234440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14600" y="4343400"/>
            <a:ext cx="64008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51760" y="43891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05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651760" y="4754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Digital Marketing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651760" y="5029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Meta Ads, Google Ads, SEO, email marketing and performance campaigns with full analytics reporting.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envicionstudio.com.my  |  envicionstudiosdnbhd@gmail.com  |  Petaling Jaya, Malaysia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sessions/sharp-gallant-dijkstra/mnt/outputs/brand/envicion_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201168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FFFFFF"/>
                </a:solidFill>
              </a:rPr>
              <a:t>30-DAY SEO + GEO STRATEGY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325880"/>
            <a:ext cx="13716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463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Target Keywords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01  Marketing Agency Malaysia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02  3D Rendering Malaysia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03  Branding &amp; Rebranding Agency Malaysia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04  Social Media Management Malaysia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05  Property Marketing Agency Malaysia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663440" y="1463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</a:rPr>
              <a:t>Goal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63440" y="17830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CCCCCC"/>
                </a:solidFill>
              </a:rPr>
              <a:t>1000% increase in AI &amp; GEO visibility in 30 days through white-hat, 360-degree on-page + off-page strategy.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3246120"/>
            <a:ext cx="201168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3246120"/>
            <a:ext cx="20116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ON-PAGE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Yoast metadata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Schema markup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New keyword pages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llms.txt for AI bots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50592" y="3246120"/>
            <a:ext cx="201168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50592" y="3246120"/>
            <a:ext cx="20116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50592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OFF-PAGE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542032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36 link targets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Guest posts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HARO/Qwoted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Press releases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626864" y="3246120"/>
            <a:ext cx="201168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6864" y="3246120"/>
            <a:ext cx="20116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26864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GEO / AI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18304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FAQ schema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AI citation format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Entity building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Wikidata listing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803136" y="3246120"/>
            <a:ext cx="201168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03136" y="3246120"/>
            <a:ext cx="20116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03136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AUTOMATED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894576" y="3657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4 scheduled tasks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Weekly KPI review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Daily HARO alerts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CCCCC"/>
                </a:solidFill>
              </a:rPr>
              <a:t>Auto-ping engines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envicionstudio.com.my  |  envicionstudiosdnbhd@gmail.com  |  Petaling Jaya, Malaysia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sessions/sharp-gallant-dijkstra/mnt/outputs/brand/envicion_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2011680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FFFFFF"/>
                </a:solidFill>
              </a:rPr>
              <a:t>WHY ENVICION STUDIO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325880"/>
            <a:ext cx="137160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1508760"/>
            <a:ext cx="859536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508760"/>
            <a:ext cx="64008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5544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15544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Malaysia's Property Marketing Specialists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" y="18562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Unlike generalist agencies, we are built for property. Every strategy, visual, and campaign is designed with property buyers and developers in mind.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4320" y="2331720"/>
            <a:ext cx="859536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331720"/>
            <a:ext cx="64008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3774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5840" y="237744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 Services Under One Roof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05840" y="26791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3D rendering, branding, digital marketing and social media — you deal with one team, one invoice, one point of contact. Zero coordination headache.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3154680"/>
            <a:ext cx="859536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154680"/>
            <a:ext cx="64008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2004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32004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Award-Winning Creative Output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05840" y="350215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SME100, APAC Insider, Ad World Master. Our work is recognised by industry peers and clients who have seen measurable ROI from our campaigns.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3977640"/>
            <a:ext cx="8595360" cy="749808"/>
          </a:xfrm>
          <a:prstGeom prst="rect">
            <a:avLst/>
          </a:prstGeom>
          <a:solidFill>
            <a:srgbClr val="2D2D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977640"/>
            <a:ext cx="64008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40233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5840" y="402336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Data-Driven, AI-Ready Marketing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05840" y="432511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We optimise for Google, Bing, ChatGPT, Perplexity and Gemini. Your brand appears wherever your audience is searching — including AI-powered results.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envicionstudio.com.my  |  envicionstudiosdnbhd@gmail.com  |  Petaling Jaya, Malaysia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/sessions/sharp-gallant-dijkstra/mnt/outputs/brand/envicion_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640080"/>
            <a:ext cx="365760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828800" y="1828800"/>
            <a:ext cx="5486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</a:rPr>
              <a:t>LET'S BUILD SOMETHING GREAT TOGETHER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Email: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10312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envicionstudiosdnbhd@gmail.com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Website: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envicionstudio.com.my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Location: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0312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Petaling Jaya, Selangor, Malaysia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Instagram: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@envicionstudio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4023360"/>
            <a:ext cx="2743200" cy="594360"/>
          </a:xfrm>
          <a:prstGeom prst="rect">
            <a:avLst>
              <a:gd name="adj" fmla="val 7692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4023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GET A FREE CONSULTATION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</a:rPr>
              <a:t>envicionstudio.com.my  |  envicionstudiosdnbhd@gmail.com  |  Petaling Jaya, Malaysia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Envicion Studio — Agency Credentials &amp; SEO Strategy 2026</dc:title>
  <dc:subject>Property Marketing Agency Malaysia</dc:subject>
  <dc:creator>Envicion Studio</dc:creator>
  <cp:lastModifiedBy>Envicion Studio</cp:lastModifiedBy>
  <cp:revision>1</cp:revision>
  <dcterms:created xsi:type="dcterms:W3CDTF">2026-04-12T14:10:08Z</dcterms:created>
  <dcterms:modified xsi:type="dcterms:W3CDTF">2026-04-12T14:10:08Z</dcterms:modified>
</cp:coreProperties>
</file>